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0"/>
  </p:notesMasterIdLst>
  <p:sldIdLst>
    <p:sldId id="256" r:id="rId2"/>
    <p:sldId id="278" r:id="rId3"/>
    <p:sldId id="279" r:id="rId4"/>
    <p:sldId id="282" r:id="rId5"/>
    <p:sldId id="280" r:id="rId6"/>
    <p:sldId id="281" r:id="rId7"/>
    <p:sldId id="283" r:id="rId8"/>
    <p:sldId id="277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75BC"/>
    <a:srgbClr val="FF8000"/>
    <a:srgbClr val="662C51"/>
    <a:srgbClr val="E1FF7F"/>
    <a:srgbClr val="BBE6F7"/>
    <a:srgbClr val="000000"/>
    <a:srgbClr val="FF0000"/>
    <a:srgbClr val="4DCCD9"/>
    <a:srgbClr val="0033FF"/>
    <a:srgbClr val="6464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16" y="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8C9E64-F155-406B-BAF8-2712D76FB958}" type="datetimeFigureOut">
              <a:rPr lang="ru-RU" smtClean="0"/>
              <a:pPr/>
              <a:t>15.05.2026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131BB3-59F1-4680-A850-2F1BD79F340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4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20248-FD06-4FBA-BD46-C26BD7347025}" type="datetimeFigureOut">
              <a:rPr lang="ru-RU" smtClean="0"/>
              <a:pPr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6D8F-491D-4D55-B6ED-8AA5A439E13C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089185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20248-FD06-4FBA-BD46-C26BD7347025}" type="datetimeFigureOut">
              <a:rPr lang="ru-RU" smtClean="0"/>
              <a:pPr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6D8F-491D-4D55-B6ED-8AA5A439E13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793770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20248-FD06-4FBA-BD46-C26BD7347025}" type="datetimeFigureOut">
              <a:rPr lang="ru-RU" smtClean="0"/>
              <a:pPr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6D8F-491D-4D55-B6ED-8AA5A439E13C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177630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20248-FD06-4FBA-BD46-C26BD7347025}" type="datetimeFigureOut">
              <a:rPr lang="ru-RU" smtClean="0"/>
              <a:pPr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6D8F-491D-4D55-B6ED-8AA5A439E13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119526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20248-FD06-4FBA-BD46-C26BD7347025}" type="datetimeFigureOut">
              <a:rPr lang="ru-RU" smtClean="0"/>
              <a:pPr/>
              <a:t>15.05.2026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6D8F-491D-4D55-B6ED-8AA5A439E13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665724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20248-FD06-4FBA-BD46-C26BD7347025}" type="datetimeFigureOut">
              <a:rPr lang="ru-RU" smtClean="0"/>
              <a:pPr/>
              <a:t>15.05.2026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6D8F-491D-4D55-B6ED-8AA5A439E13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390523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20248-FD06-4FBA-BD46-C26BD7347025}" type="datetimeFigureOut">
              <a:rPr lang="ru-RU" smtClean="0"/>
              <a:pPr/>
              <a:t>15.05.2026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6D8F-491D-4D55-B6ED-8AA5A439E13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280897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C620248-FD06-4FBA-BD46-C26BD7347025}" type="datetimeFigureOut">
              <a:rPr lang="ru-RU" smtClean="0"/>
              <a:pPr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8E6D8F-491D-4D55-B6ED-8AA5A439E13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6341272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20248-FD06-4FBA-BD46-C26BD7347025}" type="datetimeFigureOut">
              <a:rPr lang="ru-RU" smtClean="0"/>
              <a:pPr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6D8F-491D-4D55-B6ED-8AA5A439E13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1839131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20248-FD06-4FBA-BD46-C26BD7347025}" type="datetimeFigureOut">
              <a:rPr lang="ru-RU" smtClean="0"/>
              <a:pPr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6D8F-491D-4D55-B6ED-8AA5A439E13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8475873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20248-FD06-4FBA-BD46-C26BD7347025}" type="datetimeFigureOut">
              <a:rPr lang="ru-RU" smtClean="0"/>
              <a:pPr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E6D8F-491D-4D55-B6ED-8AA5A439E13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605257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C620248-FD06-4FBA-BD46-C26BD7347025}" type="datetimeFigureOut">
              <a:rPr lang="ru-RU" smtClean="0"/>
              <a:pPr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E8E6D8F-491D-4D55-B6ED-8AA5A439E13C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449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 spd="slow">
    <p:wipe/>
  </p:transition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59089" y="4245447"/>
            <a:ext cx="10493829" cy="348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659770" y="2790412"/>
            <a:ext cx="2759701" cy="43358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СЕТЬ ЦЕНТРОВ ЦИФРОВОГО</a:t>
            </a:r>
            <a:br>
              <a:rPr lang="ru-RU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</a:br>
            <a:r>
              <a:rPr lang="ru-RU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ОБРАЗОВАНИЯ ДЕТЕЙ «</a:t>
            </a:r>
            <a:r>
              <a:rPr 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IT-</a:t>
            </a:r>
            <a:r>
              <a:rPr lang="ru-RU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КУБ»</a:t>
            </a:r>
            <a:endParaRPr lang="ru-RU" sz="10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pic>
        <p:nvPicPr>
          <p:cNvPr id="1026" name="Picture 2" descr="https://sun9-16.userapi.com/c858028/v858028342/1cc6a2/-_B74BFDApU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337" y="1407909"/>
            <a:ext cx="1378097" cy="1378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3047999" y="492762"/>
            <a:ext cx="5919537" cy="8534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ru-RU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МИНИСТЕРСТВО ОБРАЗОВАНИЯ И НАУКИ НИЖЕГОРОДСКОЙ ОБЛАСТИ</a:t>
            </a:r>
          </a:p>
          <a:p>
            <a:pPr algn="ctr">
              <a:lnSpc>
                <a:spcPct val="120000"/>
              </a:lnSpc>
            </a:pPr>
            <a:r>
              <a:rPr lang="ru-RU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ГОСУДАРСТВЕННОЕ БЮДЖЕТНОЕ ПРОФЕССИОНАЛЬНОЕ ОБРАЗОВАТЕЛЬНОЕ УЧРЕЖДЕНИЕ</a:t>
            </a:r>
          </a:p>
          <a:p>
            <a:pPr algn="ctr">
              <a:lnSpc>
                <a:spcPct val="120000"/>
              </a:lnSpc>
            </a:pPr>
            <a:r>
              <a:rPr lang="ru-RU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«АРЗАМАССКИЙ ТЕХНИКУМ СТРОИТЕЛЬСТВА И ПРЕДПРИНИМАТЕЛЬСТВА»</a:t>
            </a:r>
          </a:p>
          <a:p>
            <a:pPr algn="ctr">
              <a:lnSpc>
                <a:spcPct val="120000"/>
              </a:lnSpc>
            </a:pPr>
            <a:r>
              <a:rPr lang="ru-RU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ЦЕНТР ЦИФРОВОГО ОБРАЗОВАНИЯ ДЕТЕЙ «</a:t>
            </a:r>
            <a:r>
              <a:rPr 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IT</a:t>
            </a:r>
            <a:r>
              <a:rPr lang="ru-RU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-КУБ»</a:t>
            </a:r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1781176" y="3537766"/>
            <a:ext cx="8279814" cy="44342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ПРОЕКТ ПО НАПРАВЛЕНИЮ «Промышленное программирование»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  <a:p>
            <a:pPr algn="ctr">
              <a:lnSpc>
                <a:spcPct val="100000"/>
              </a:lnSpc>
            </a:pPr>
            <a:endParaRPr lang="ru-RU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  <a:p>
            <a:pPr algn="ctr">
              <a:lnSpc>
                <a:spcPct val="100000"/>
              </a:lnSpc>
            </a:pPr>
            <a:r>
              <a:rPr lang="ru-RU" sz="1600" dirty="0" smtClean="0">
                <a:solidFill>
                  <a:schemeClr val="tx1"/>
                </a:solidFill>
                <a:latin typeface="Circe Bold" panose="020B0602020203020203" pitchFamily="34" charset="-52"/>
              </a:rPr>
              <a:t>«</a:t>
            </a:r>
            <a:r>
              <a:rPr lang="ru-RU" sz="1600" dirty="0" err="1" smtClean="0">
                <a:solidFill>
                  <a:schemeClr val="tx1"/>
                </a:solidFill>
                <a:latin typeface="Circe Bold" panose="020B0602020203020203" pitchFamily="34" charset="-52"/>
              </a:rPr>
              <a:t>Трекер</a:t>
            </a:r>
            <a:r>
              <a:rPr lang="ru-RU" sz="1600" dirty="0" smtClean="0">
                <a:solidFill>
                  <a:schemeClr val="tx1"/>
                </a:solidFill>
                <a:latin typeface="Circe Bold" panose="020B0602020203020203" pitchFamily="34" charset="-52"/>
              </a:rPr>
              <a:t> привычек»</a:t>
            </a:r>
            <a:endParaRPr lang="en-US" sz="1600" dirty="0">
              <a:solidFill>
                <a:schemeClr val="tx1"/>
              </a:solidFill>
              <a:latin typeface="Circe Bold" panose="020B0602020203020203" pitchFamily="34" charset="-52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2682826" y="3759477"/>
            <a:ext cx="6695121" cy="7881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endParaRPr lang="ru-RU" sz="24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7237170" y="4223658"/>
            <a:ext cx="3657600" cy="6194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endParaRPr lang="ru-RU" sz="16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8532355" y="4986193"/>
            <a:ext cx="2362415" cy="5331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ru-RU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Дятлов А. С.</a:t>
            </a:r>
            <a:endParaRPr lang="ru-RU" sz="16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286703" y="4302802"/>
            <a:ext cx="2362415" cy="5331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ОБУЧАЮЩИЙСЯ:</a:t>
            </a:r>
            <a:endParaRPr lang="ru-RU" sz="16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1270659" y="4992504"/>
            <a:ext cx="2362415" cy="5331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ПЕДАГОГ:</a:t>
            </a:r>
            <a:endParaRPr lang="ru-RU" sz="16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2682826" y="5790392"/>
            <a:ext cx="6695121" cy="5331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АРЗАМАС</a:t>
            </a:r>
          </a:p>
          <a:p>
            <a:pPr algn="ctr">
              <a:lnSpc>
                <a:spcPct val="100000"/>
              </a:lnSpc>
            </a:pPr>
            <a:r>
              <a:rPr lang="ru-RU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2026</a:t>
            </a:r>
            <a:endParaRPr lang="ru-RU" sz="16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7743826" y="4388050"/>
            <a:ext cx="3150944" cy="5331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ru-RU" sz="1600" dirty="0" err="1" smtClean="0">
                <a:solidFill>
                  <a:schemeClr val="tx1"/>
                </a:solidFill>
                <a:latin typeface="Circe Bold" panose="020B0602020203020203" pitchFamily="34" charset="-52"/>
              </a:rPr>
              <a:t>Каравайкин</a:t>
            </a:r>
            <a:r>
              <a:rPr lang="ru-RU" sz="1600" dirty="0" smtClean="0">
                <a:solidFill>
                  <a:schemeClr val="tx1"/>
                </a:solidFill>
                <a:latin typeface="Circe Bold" panose="020B0602020203020203" pitchFamily="34" charset="-52"/>
              </a:rPr>
              <a:t> Артём Юрьевич</a:t>
            </a:r>
            <a:endParaRPr lang="ru-RU" sz="1600" dirty="0">
              <a:solidFill>
                <a:schemeClr val="tx1"/>
              </a:solidFill>
              <a:latin typeface="Circe Bold" panose="020B0602020203020203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9172393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637313"/>
            <a:ext cx="10058400" cy="1053870"/>
          </a:xfrm>
        </p:spPr>
        <p:txBody>
          <a:bodyPr>
            <a:normAutofit/>
          </a:bodyPr>
          <a:lstStyle/>
          <a:p>
            <a:r>
              <a:rPr lang="ru-RU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ЦЕЛЬ И ЗАДАЧИ</a:t>
            </a:r>
            <a:endParaRPr lang="ru-RU" sz="44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2036560"/>
            <a:ext cx="10058400" cy="3832533"/>
          </a:xfrm>
        </p:spPr>
        <p:txBody>
          <a:bodyPr>
            <a:normAutofit/>
          </a:bodyPr>
          <a:lstStyle/>
          <a:p>
            <a:r>
              <a:rPr lang="ru-RU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ЦЕЛЬ</a:t>
            </a:r>
            <a:r>
              <a:rPr lang="ru-RU" sz="2400" dirty="0" smtClean="0">
                <a:solidFill>
                  <a:schemeClr val="tx1"/>
                </a:solidFill>
                <a:latin typeface="Circe Bold" panose="020B0602020203020203" pitchFamily="34" charset="-52"/>
              </a:rPr>
              <a:t>: создание</a:t>
            </a:r>
            <a:r>
              <a:rPr lang="ru-RU" sz="2400" dirty="0" smtClean="0">
                <a:solidFill>
                  <a:srgbClr val="FF0000"/>
                </a:solidFill>
                <a:latin typeface="Circe Bold" panose="020B0602020203020203" pitchFamily="34" charset="-52"/>
              </a:rPr>
              <a:t> </a:t>
            </a:r>
            <a:r>
              <a:rPr lang="ru-RU" sz="2400" dirty="0" smtClean="0">
                <a:solidFill>
                  <a:schemeClr val="tx1"/>
                </a:solidFill>
                <a:latin typeface="Circe Bold" panose="020B0602020203020203" pitchFamily="34" charset="-52"/>
              </a:rPr>
              <a:t>сайта с отслеживанием привычек</a:t>
            </a:r>
            <a:endParaRPr lang="ru-RU" sz="2400" dirty="0">
              <a:solidFill>
                <a:srgbClr val="FF0000"/>
              </a:solidFill>
              <a:latin typeface="Circe Bold" panose="020B0602020203020203" pitchFamily="34" charset="-52"/>
            </a:endParaRPr>
          </a:p>
          <a:p>
            <a:r>
              <a:rPr lang="ru-RU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ЗАДАЧИ: </a:t>
            </a:r>
            <a:endParaRPr lang="en-US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rgbClr val="FF0000"/>
                </a:solidFill>
                <a:latin typeface="Circe Bold" panose="020B0602020203020203" pitchFamily="34" charset="-52"/>
              </a:rPr>
              <a:t> </a:t>
            </a:r>
            <a:r>
              <a:rPr lang="ru-RU" sz="2400" dirty="0" smtClean="0">
                <a:solidFill>
                  <a:schemeClr val="tx1"/>
                </a:solidFill>
                <a:latin typeface="Circe Bold" panose="020B0602020203020203" pitchFamily="34" charset="-52"/>
              </a:rPr>
              <a:t>1)можно записывать привычки</a:t>
            </a:r>
            <a:br>
              <a:rPr lang="ru-RU" sz="2400" dirty="0" smtClean="0">
                <a:solidFill>
                  <a:schemeClr val="tx1"/>
                </a:solidFill>
                <a:latin typeface="Circe Bold" panose="020B0602020203020203" pitchFamily="34" charset="-52"/>
              </a:rPr>
            </a:br>
            <a:r>
              <a:rPr lang="ru-RU" sz="2400" dirty="0" smtClean="0">
                <a:solidFill>
                  <a:schemeClr val="tx1"/>
                </a:solidFill>
                <a:latin typeface="Circe Bold" panose="020B0602020203020203" pitchFamily="34" charset="-52"/>
              </a:rPr>
              <a:t> 2)</a:t>
            </a:r>
            <a:r>
              <a:rPr lang="ru-RU" sz="2400" dirty="0" smtClean="0">
                <a:solidFill>
                  <a:schemeClr val="tx1"/>
                </a:solidFill>
                <a:latin typeface="Circe Bold" panose="020B0602020203020203"/>
                <a:cs typeface="Times New Roman" panose="02020603050405020304" pitchFamily="18" charset="0"/>
              </a:rPr>
              <a:t>Отметка </a:t>
            </a:r>
            <a:r>
              <a:rPr lang="ru-RU" sz="2400" dirty="0">
                <a:solidFill>
                  <a:schemeClr val="tx1"/>
                </a:solidFill>
                <a:latin typeface="Circe Bold" panose="020B0602020203020203"/>
                <a:cs typeface="Times New Roman" panose="02020603050405020304" pitchFamily="18" charset="0"/>
              </a:rPr>
              <a:t>выполнения привычки за </a:t>
            </a:r>
            <a:r>
              <a:rPr lang="ru-RU" sz="2400" dirty="0" smtClean="0">
                <a:solidFill>
                  <a:schemeClr val="tx1"/>
                </a:solidFill>
                <a:latin typeface="Circe Bold" panose="020B0602020203020203"/>
                <a:cs typeface="Times New Roman" panose="02020603050405020304" pitchFamily="18" charset="0"/>
              </a:rPr>
              <a:t>сегодня</a:t>
            </a:r>
            <a:br>
              <a:rPr lang="ru-RU" sz="2400" dirty="0" smtClean="0">
                <a:solidFill>
                  <a:schemeClr val="tx1"/>
                </a:solidFill>
                <a:latin typeface="Circe Bold" panose="020B0602020203020203"/>
                <a:cs typeface="Times New Roman" panose="02020603050405020304" pitchFamily="18" charset="0"/>
              </a:rPr>
            </a:br>
            <a:r>
              <a:rPr lang="ru-RU" sz="2400" dirty="0" smtClean="0">
                <a:solidFill>
                  <a:schemeClr val="tx1"/>
                </a:solidFill>
                <a:latin typeface="Circe Bold" panose="020B0602020203020203"/>
                <a:cs typeface="Times New Roman" panose="02020603050405020304" pitchFamily="18" charset="0"/>
              </a:rPr>
              <a:t> 3)</a:t>
            </a:r>
            <a:r>
              <a:rPr lang="ru-RU" dirty="0"/>
              <a:t> </a:t>
            </a:r>
            <a:r>
              <a:rPr lang="ru-RU" sz="2400" dirty="0">
                <a:solidFill>
                  <a:schemeClr val="tx1"/>
                </a:solidFill>
                <a:latin typeface="Circe Bold" panose="020B0602020203020203"/>
              </a:rPr>
              <a:t>Статистика за последние 7 дней</a:t>
            </a:r>
            <a:endParaRPr lang="ru-RU" sz="2400" dirty="0" smtClean="0">
              <a:solidFill>
                <a:schemeClr val="tx1"/>
              </a:solidFill>
              <a:latin typeface="Circe Bold" panose="020B0602020203020203"/>
              <a:cs typeface="Times New Roman" panose="02020603050405020304" pitchFamily="18" charset="0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9663170" y="1277164"/>
            <a:ext cx="1510944" cy="3022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IT-CUBE.</a:t>
            </a:r>
            <a:r>
              <a:rPr lang="ru-RU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АРЗАМАС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pic>
        <p:nvPicPr>
          <p:cNvPr id="5" name="Picture 2" descr="https://sun9-16.userapi.com/c858028/v858028342/1cc6a2/-_B74BFDApU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8375" y="291936"/>
            <a:ext cx="960534" cy="96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79422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637313"/>
            <a:ext cx="10058400" cy="1053870"/>
          </a:xfrm>
        </p:spPr>
        <p:txBody>
          <a:bodyPr>
            <a:normAutofit/>
          </a:bodyPr>
          <a:lstStyle/>
          <a:p>
            <a:r>
              <a:rPr lang="ru-RU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АКТУАЛЬНОСТЬ</a:t>
            </a:r>
            <a:endParaRPr lang="ru-RU" sz="44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2059708"/>
            <a:ext cx="10058400" cy="3809385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tx1"/>
                </a:solidFill>
                <a:latin typeface="Circe Bold" panose="020B0602020203020203"/>
              </a:rPr>
              <a:t>Моё приложение для отслеживания привычек. Я создал его, потому что сам постоянно забывал, какие из запланированных привычек уже выполнил, а какие — нет</a:t>
            </a:r>
            <a:r>
              <a:rPr lang="ru-RU" sz="2400" dirty="0" smtClean="0">
                <a:solidFill>
                  <a:schemeClr val="tx1"/>
                </a:solidFill>
                <a:latin typeface="Circe Bold" panose="020B0602020203020203"/>
              </a:rPr>
              <a:t> </a:t>
            </a:r>
            <a:endParaRPr lang="ru-RU" sz="2400" dirty="0">
              <a:solidFill>
                <a:schemeClr val="tx1"/>
              </a:solidFill>
              <a:latin typeface="Circe Bold" panose="020B0602020203020203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9663170" y="1277164"/>
            <a:ext cx="1510944" cy="3022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IT-CUBE.</a:t>
            </a:r>
            <a:r>
              <a:rPr lang="ru-RU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АРЗАМАС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pic>
        <p:nvPicPr>
          <p:cNvPr id="5" name="Picture 2" descr="https://sun9-16.userapi.com/c858028/v858028342/1cc6a2/-_B74BFDApU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2195" y="328882"/>
            <a:ext cx="960534" cy="96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sun9-16.userapi.com/c858028/v858028342/1cc6a2/-_B74BFDApU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8375" y="316630"/>
            <a:ext cx="960534" cy="96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76818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637313"/>
            <a:ext cx="10058400" cy="1053870"/>
          </a:xfrm>
        </p:spPr>
        <p:txBody>
          <a:bodyPr>
            <a:normAutofit/>
          </a:bodyPr>
          <a:lstStyle/>
          <a:p>
            <a:r>
              <a:rPr lang="ru-RU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ФУНКЦИОНАЛЬНЫЕ ВОЗМОЖНОСТИ</a:t>
            </a:r>
            <a:endParaRPr lang="ru-RU" sz="36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2059708"/>
            <a:ext cx="10058400" cy="3809385"/>
          </a:xfrm>
        </p:spPr>
        <p:txBody>
          <a:bodyPr>
            <a:normAutofit/>
          </a:bodyPr>
          <a:lstStyle/>
          <a:p>
            <a:r>
              <a:rPr lang="ru-RU" sz="2400" dirty="0" smtClean="0">
                <a:solidFill>
                  <a:schemeClr val="tx1"/>
                </a:solidFill>
                <a:latin typeface="Circe Bold" panose="020B0602020203020203"/>
              </a:rPr>
              <a:t>1) </a:t>
            </a:r>
            <a:r>
              <a:rPr lang="en-US" sz="2400" dirty="0">
                <a:solidFill>
                  <a:schemeClr val="tx1"/>
                </a:solidFill>
              </a:rPr>
              <a:t>Bootstrap </a:t>
            </a:r>
            <a:r>
              <a:rPr lang="ru-RU" sz="2400" dirty="0">
                <a:solidFill>
                  <a:schemeClr val="tx1"/>
                </a:solidFill>
                <a:latin typeface="Circe Bold" panose="020B0602020203020203"/>
              </a:rPr>
              <a:t>для стилизации</a:t>
            </a:r>
          </a:p>
          <a:p>
            <a:r>
              <a:rPr lang="ru-RU" sz="2400" dirty="0" smtClean="0">
                <a:solidFill>
                  <a:schemeClr val="tx1"/>
                </a:solidFill>
                <a:latin typeface="Circe Bold" panose="020B0602020203020203"/>
              </a:rPr>
              <a:t>2) </a:t>
            </a:r>
            <a:r>
              <a:rPr lang="en-US" sz="2400" dirty="0" err="1">
                <a:solidFill>
                  <a:schemeClr val="tx1"/>
                </a:solidFill>
              </a:rPr>
              <a:t>SQLAlchemy</a:t>
            </a:r>
            <a:r>
              <a:rPr lang="en-US" sz="2400" dirty="0">
                <a:solidFill>
                  <a:schemeClr val="tx1"/>
                </a:solidFill>
              </a:rPr>
              <a:t> ORM </a:t>
            </a:r>
            <a:r>
              <a:rPr lang="ru-RU" sz="2400" dirty="0">
                <a:solidFill>
                  <a:schemeClr val="tx1"/>
                </a:solidFill>
                <a:latin typeface="Circe Bold" panose="020B0602020203020203"/>
              </a:rPr>
              <a:t>модели</a:t>
            </a:r>
          </a:p>
          <a:p>
            <a:r>
              <a:rPr lang="ru-RU" sz="2400" dirty="0" smtClean="0">
                <a:solidFill>
                  <a:schemeClr val="tx1"/>
                </a:solidFill>
                <a:latin typeface="Circe Bold" panose="020B0602020203020203"/>
              </a:rPr>
              <a:t>3) </a:t>
            </a:r>
            <a:r>
              <a:rPr lang="ru-RU" sz="2400" dirty="0">
                <a:solidFill>
                  <a:schemeClr val="tx1"/>
                </a:solidFill>
                <a:latin typeface="Circe Bold" panose="020B0602020203020203"/>
              </a:rPr>
              <a:t>Регистрация и авторизация с </a:t>
            </a:r>
            <a:r>
              <a:rPr lang="en-US" sz="2400" dirty="0">
                <a:solidFill>
                  <a:schemeClr val="tx1"/>
                </a:solidFill>
              </a:rPr>
              <a:t>Flask-Login</a:t>
            </a:r>
          </a:p>
          <a:p>
            <a:r>
              <a:rPr lang="ru-RU" sz="2400" dirty="0" smtClean="0">
                <a:solidFill>
                  <a:schemeClr val="tx1"/>
                </a:solidFill>
                <a:latin typeface="Circe Bold" panose="020B0602020203020203"/>
              </a:rPr>
              <a:t>4) </a:t>
            </a:r>
            <a:r>
              <a:rPr lang="ru-RU" sz="2400" dirty="0">
                <a:solidFill>
                  <a:schemeClr val="tx1"/>
                </a:solidFill>
                <a:latin typeface="Circe Bold" panose="020B0602020203020203"/>
              </a:rPr>
              <a:t>Загрузка </a:t>
            </a:r>
            <a:r>
              <a:rPr lang="ru-RU" sz="2400" dirty="0" err="1">
                <a:solidFill>
                  <a:schemeClr val="tx1"/>
                </a:solidFill>
                <a:latin typeface="Circe Bold" panose="020B0602020203020203"/>
              </a:rPr>
              <a:t>аватаров</a:t>
            </a:r>
            <a:r>
              <a:rPr lang="ru-RU" sz="2400" dirty="0">
                <a:solidFill>
                  <a:schemeClr val="tx1"/>
                </a:solidFill>
                <a:latin typeface="Circe Bold" panose="020B0602020203020203"/>
              </a:rPr>
              <a:t> пользователей</a:t>
            </a:r>
          </a:p>
          <a:p>
            <a:r>
              <a:rPr lang="ru-RU" sz="2400" dirty="0" smtClean="0">
                <a:solidFill>
                  <a:schemeClr val="tx1"/>
                </a:solidFill>
                <a:latin typeface="Circe Bold" panose="020B0602020203020203"/>
              </a:rPr>
              <a:t>5) </a:t>
            </a:r>
            <a:r>
              <a:rPr lang="en-US" sz="2400" dirty="0" smtClean="0">
                <a:solidFill>
                  <a:schemeClr val="tx1"/>
                </a:solidFill>
              </a:rPr>
              <a:t>REST </a:t>
            </a:r>
            <a:r>
              <a:rPr lang="en-US" sz="2400" dirty="0">
                <a:solidFill>
                  <a:schemeClr val="tx1"/>
                </a:solidFill>
              </a:rPr>
              <a:t>API + </a:t>
            </a:r>
            <a:r>
              <a:rPr lang="ru-RU" sz="2400" dirty="0">
                <a:solidFill>
                  <a:schemeClr val="tx1"/>
                </a:solidFill>
                <a:latin typeface="Circe Bold" panose="020B0602020203020203"/>
              </a:rPr>
              <a:t>внешнее </a:t>
            </a:r>
            <a:r>
              <a:rPr lang="en-US" sz="2400" dirty="0">
                <a:solidFill>
                  <a:schemeClr val="tx1"/>
                </a:solidFill>
              </a:rPr>
              <a:t>API </a:t>
            </a:r>
            <a:r>
              <a:rPr lang="ru-RU" sz="2400" dirty="0">
                <a:solidFill>
                  <a:schemeClr val="tx1"/>
                </a:solidFill>
                <a:latin typeface="Circe Bold" panose="020B0602020203020203"/>
              </a:rPr>
              <a:t>цитат</a:t>
            </a:r>
          </a:p>
          <a:p>
            <a:r>
              <a:rPr lang="ru-RU" sz="2400" dirty="0" smtClean="0">
                <a:solidFill>
                  <a:schemeClr val="tx1"/>
                </a:solidFill>
                <a:latin typeface="Circe Bold" panose="020B0602020203020203"/>
              </a:rPr>
              <a:t>6) </a:t>
            </a:r>
            <a:r>
              <a:rPr lang="en-US" sz="2400" dirty="0">
                <a:solidFill>
                  <a:schemeClr val="tx1"/>
                </a:solidFill>
              </a:rPr>
              <a:t>SQLite </a:t>
            </a:r>
            <a:r>
              <a:rPr lang="ru-RU" sz="2400" dirty="0">
                <a:solidFill>
                  <a:schemeClr val="tx1"/>
                </a:solidFill>
                <a:latin typeface="Circe Bold" panose="020B0602020203020203"/>
              </a:rPr>
              <a:t>база данных</a:t>
            </a: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9663170" y="1277164"/>
            <a:ext cx="1510944" cy="3022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IT-CUBE.</a:t>
            </a:r>
            <a:r>
              <a:rPr lang="ru-RU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АРЗАМАС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pic>
        <p:nvPicPr>
          <p:cNvPr id="5" name="Picture 2" descr="https://sun9-16.userapi.com/c858028/v858028342/1cc6a2/-_B74BFDApU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165" y="0"/>
            <a:ext cx="960534" cy="96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2152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637313"/>
            <a:ext cx="10058400" cy="1053870"/>
          </a:xfrm>
        </p:spPr>
        <p:txBody>
          <a:bodyPr>
            <a:normAutofit/>
          </a:bodyPr>
          <a:lstStyle/>
          <a:p>
            <a:r>
              <a:rPr lang="ru-RU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ВНЕШНИЙ ВИД</a:t>
            </a:r>
            <a:endParaRPr lang="ru-RU" sz="44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9663170" y="1277164"/>
            <a:ext cx="1510944" cy="3022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IT-CUBE.</a:t>
            </a:r>
            <a:r>
              <a:rPr lang="ru-RU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АРЗАМАС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pic>
        <p:nvPicPr>
          <p:cNvPr id="5" name="Picture 2" descr="https://sun9-16.userapi.com/c858028/v858028342/1cc6a2/-_B74BFDApU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8375" y="254991"/>
            <a:ext cx="960534" cy="96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35775" y="1846263"/>
            <a:ext cx="7980776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98944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637313"/>
            <a:ext cx="10058400" cy="1053870"/>
          </a:xfrm>
        </p:spPr>
        <p:txBody>
          <a:bodyPr>
            <a:normAutofit/>
          </a:bodyPr>
          <a:lstStyle/>
          <a:p>
            <a:r>
              <a:rPr lang="ru-RU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ТЕХНИЧЕСКОЕ ОБЕСПЕЧЕНИЕ</a:t>
            </a:r>
            <a:endParaRPr lang="ru-RU" sz="44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2045525"/>
            <a:ext cx="10058400" cy="3809385"/>
          </a:xfrm>
        </p:spPr>
        <p:txBody>
          <a:bodyPr>
            <a:normAutofit/>
          </a:bodyPr>
          <a:lstStyle/>
          <a:p>
            <a:pPr algn="just"/>
            <a:r>
              <a:rPr lang="ru-RU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Язык программирования </a:t>
            </a:r>
            <a:r>
              <a:rPr 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Python</a:t>
            </a:r>
            <a:endParaRPr lang="en-US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  <a:p>
            <a:pPr algn="just"/>
            <a:r>
              <a:rPr lang="ru-RU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Среда </a:t>
            </a:r>
            <a:r>
              <a:rPr lang="ru-RU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разработки </a:t>
            </a:r>
            <a:r>
              <a:rPr lang="en-US" sz="24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PyCharm</a:t>
            </a:r>
            <a:endParaRPr lang="ru-RU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  <a:p>
            <a:pPr algn="just"/>
            <a:r>
              <a:rPr 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Flask</a:t>
            </a:r>
          </a:p>
          <a:p>
            <a:pPr algn="just"/>
            <a:r>
              <a:rPr 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Email validator</a:t>
            </a:r>
            <a:endParaRPr lang="ru-RU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9663170" y="1287593"/>
            <a:ext cx="1510944" cy="3022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IT-CUBE.</a:t>
            </a:r>
            <a:r>
              <a:rPr lang="ru-RU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АРЗАМАС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pic>
        <p:nvPicPr>
          <p:cNvPr id="5" name="Picture 2" descr="https://sun9-16.userapi.com/c858028/v858028342/1cc6a2/-_B74BFDApU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8375" y="291937"/>
            <a:ext cx="960534" cy="96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1" name="AutoShape 5" descr="https://blog.skillfactory.ru/wp-content/uploads/2023/02/pycharm_icon.svg-6137743.png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103" name="AutoShape 7" descr="https://blog.skillfactory.ru/wp-content/uploads/2023/02/pycharm_icon.svg-6137743.png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105" name="AutoShape 9" descr="https://blog.skillfactory.ru/wp-content/uploads/2023/02/pycharm_icon.svg-6137743.png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5268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637313"/>
            <a:ext cx="10058400" cy="1053870"/>
          </a:xfrm>
        </p:spPr>
        <p:txBody>
          <a:bodyPr>
            <a:normAutofit/>
          </a:bodyPr>
          <a:lstStyle/>
          <a:p>
            <a:r>
              <a:rPr lang="ru-RU" sz="3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ВЫВОДЫ И МА</a:t>
            </a:r>
            <a:r>
              <a:rPr lang="en-US" sz="3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C</a:t>
            </a:r>
            <a:r>
              <a:rPr lang="ru-RU" sz="3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ШТАБИРУЕМОСТЬ</a:t>
            </a:r>
            <a:endParaRPr lang="ru-RU" sz="38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2059708"/>
            <a:ext cx="10058400" cy="3809385"/>
          </a:xfrm>
        </p:spPr>
        <p:txBody>
          <a:bodyPr>
            <a:normAutofit/>
          </a:bodyPr>
          <a:lstStyle/>
          <a:p>
            <a:pPr algn="just"/>
            <a:endParaRPr lang="ru-RU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  <a:p>
            <a:pPr algn="just"/>
            <a:endParaRPr lang="ru-RU" sz="24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9663170" y="1277164"/>
            <a:ext cx="1510944" cy="3022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IT-CUBE.</a:t>
            </a:r>
            <a:r>
              <a:rPr lang="ru-RU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АРЗАМАС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pic>
        <p:nvPicPr>
          <p:cNvPr id="5" name="Picture 2" descr="https://sun9-16.userapi.com/c858028/v858028342/1cc6a2/-_B74BFDApU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8375" y="291937"/>
            <a:ext cx="960534" cy="96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1090862" y="1932620"/>
            <a:ext cx="1001027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Вывод: было </a:t>
            </a:r>
            <a:r>
              <a:rPr lang="ru-RU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создан</a:t>
            </a:r>
            <a:r>
              <a:rPr 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 </a:t>
            </a:r>
            <a:r>
              <a:rPr lang="ru-RU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сайт по отслеживанию привычек</a:t>
            </a:r>
            <a:endParaRPr lang="ru-RU" sz="2400" b="1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  <a:p>
            <a:endParaRPr lang="ru-RU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  <a:p>
            <a:endParaRPr lang="ru-RU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  <a:p>
            <a:r>
              <a:rPr lang="ru-RU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Масштабируемость:</a:t>
            </a:r>
          </a:p>
          <a:p>
            <a:pPr marL="457200" indent="-457200">
              <a:buAutoNum type="arabicParenR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6209755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idx="4294967295"/>
          </p:nvPr>
        </p:nvSpPr>
        <p:spPr>
          <a:xfrm>
            <a:off x="795367" y="4350327"/>
            <a:ext cx="10674350" cy="1074796"/>
          </a:xfrm>
        </p:spPr>
        <p:txBody>
          <a:bodyPr>
            <a:normAutofit/>
          </a:bodyPr>
          <a:lstStyle/>
          <a:p>
            <a:pPr algn="ctr"/>
            <a:r>
              <a:rPr lang="ru-RU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irce Bold" panose="020B0602020203020203" pitchFamily="34" charset="-52"/>
              </a:rPr>
              <a:t>СПАСИБО ЗА ВНИМАНИЕ!</a:t>
            </a:r>
            <a:endParaRPr lang="ru-RU" sz="4800" dirty="0">
              <a:solidFill>
                <a:schemeClr val="tx1">
                  <a:lumMod val="65000"/>
                  <a:lumOff val="35000"/>
                </a:schemeClr>
              </a:solidFill>
              <a:latin typeface="Circe Bold" panose="020B0602020203020203" pitchFamily="34" charset="-52"/>
            </a:endParaRPr>
          </a:p>
        </p:txBody>
      </p:sp>
      <p:pic>
        <p:nvPicPr>
          <p:cNvPr id="1026" name="Picture 2" descr="https://sun9-16.userapi.com/c858028/v858028342/1cc6a2/-_B74BFDApU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1947" y="908853"/>
            <a:ext cx="3341189" cy="3341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21641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1531</TotalTime>
  <Words>179</Words>
  <Application>Microsoft Office PowerPoint</Application>
  <PresentationFormat>Широкоэкранный</PresentationFormat>
  <Paragraphs>45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Calibri</vt:lpstr>
      <vt:lpstr>Calibri Light</vt:lpstr>
      <vt:lpstr>Circe Bold</vt:lpstr>
      <vt:lpstr>Times New Roman</vt:lpstr>
      <vt:lpstr>Ретро</vt:lpstr>
      <vt:lpstr>СЕТЬ ЦЕНТРОВ ЦИФРОВОГО ОБРАЗОВАНИЯ ДЕТЕЙ «IT-КУБ»</vt:lpstr>
      <vt:lpstr>ЦЕЛЬ И ЗАДАЧИ</vt:lpstr>
      <vt:lpstr>АКТУАЛЬНОСТЬ</vt:lpstr>
      <vt:lpstr>ФУНКЦИОНАЛЬНЫЕ ВОЗМОЖНОСТИ</vt:lpstr>
      <vt:lpstr>ВНЕШНИЙ ВИД</vt:lpstr>
      <vt:lpstr>ТЕХНИЧЕСКОЕ ОБЕСПЕЧЕНИЕ</vt:lpstr>
      <vt:lpstr>ВЫВОДЫ И МАCШТАБИРУЕМОСТЬ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IT-куб г. Арзамас</dc:title>
  <dc:creator>Денис Дятлов</dc:creator>
  <cp:lastModifiedBy>artem</cp:lastModifiedBy>
  <cp:revision>105</cp:revision>
  <dcterms:created xsi:type="dcterms:W3CDTF">2020-06-28T20:27:01Z</dcterms:created>
  <dcterms:modified xsi:type="dcterms:W3CDTF">2026-05-15T14:06:26Z</dcterms:modified>
</cp:coreProperties>
</file>